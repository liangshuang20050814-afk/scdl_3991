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0515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4F7FA"/>
                </a:solidFill>
                <a:latin typeface="Arial"/>
              </a:defRPr>
            </a:pPr>
            <a:r>
              <a:t>BC1 Patch-Budget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93392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A8BAC8"/>
                </a:solidFill>
                <a:latin typeface="Arial"/>
              </a:defRPr>
            </a:pPr>
            <a:r>
              <a:t>How many context patches are needed—and which selection strategy works best?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15468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68D6FF"/>
                </a:solidFill>
                <a:latin typeface="Arial"/>
              </a:defRPr>
            </a:pPr>
            <a:r>
              <a:t>5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60" y="315468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54D6A1"/>
                </a:solidFill>
                <a:latin typeface="Arial"/>
              </a:defRPr>
            </a:pPr>
            <a:r>
              <a:t>4 budgets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315468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B58CFF"/>
                </a:solidFill>
                <a:latin typeface="Arial"/>
              </a:defRPr>
            </a:pPr>
            <a:r>
              <a:t>4 strategies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75887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DCE7EF"/>
                </a:solidFill>
                <a:latin typeface="Arial"/>
              </a:defRPr>
            </a:pPr>
            <a:r>
              <a:t>CCC · PCC(M) · PCC(H)</a:t>
            </a:r>
            <a:br/>
            <a:r>
              <a:t>MSE · MAE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3675887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DCE7EF"/>
                </a:solidFill>
                <a:latin typeface="Arial"/>
              </a:defRPr>
            </a:pPr>
            <a:r>
              <a:t>K = 5 · 10 · 15 · 20</a:t>
            </a:r>
            <a:br/>
            <a:r>
              <a:t>Baseline =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3675887"/>
            <a:ext cx="3840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DCE7EF"/>
                </a:solidFill>
                <a:latin typeface="Arial"/>
              </a:defRPr>
            </a:pPr>
            <a:r>
              <a:t>Random · Similarity</a:t>
            </a:r>
            <a:br/>
            <a:r>
              <a:t>Diversity · ST Hard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9893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7E97A7"/>
                </a:solidFill>
                <a:latin typeface="Arial"/>
              </a:defRPr>
            </a:pPr>
            <a:r>
              <a:t>BC1 · 8-fold patient-level cross-validation · K includes the target patch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patch_budget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patch_budge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k5_score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best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